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70F04-A40A-4330-98F5-4BAD93E7552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55391-CF0C-4882-8652-B616D6BEB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1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B7AE-7560-9BCE-F1BC-7C5BBC696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454688"/>
            <a:ext cx="8361229" cy="2098226"/>
          </a:xfrm>
        </p:spPr>
        <p:txBody>
          <a:bodyPr/>
          <a:lstStyle/>
          <a:p>
            <a:r>
              <a:rPr lang="en-US" dirty="0"/>
              <a:t>Hand gesture control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F9BA84-B196-B017-C1AE-89AC0B6A0DD0}"/>
              </a:ext>
            </a:extLst>
          </p:cNvPr>
          <p:cNvSpPr txBox="1"/>
          <p:nvPr/>
        </p:nvSpPr>
        <p:spPr>
          <a:xfrm>
            <a:off x="2901637" y="3900574"/>
            <a:ext cx="69415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Tools:</a:t>
            </a:r>
            <a:r>
              <a:rPr lang="en-IN" sz="2000" dirty="0"/>
              <a:t> Python | OpenCV | </a:t>
            </a:r>
            <a:r>
              <a:rPr lang="en-IN" sz="2000" dirty="0" err="1"/>
              <a:t>Mediapipe</a:t>
            </a:r>
            <a:r>
              <a:rPr lang="en-IN" sz="2000" dirty="0"/>
              <a:t> | </a:t>
            </a:r>
            <a:r>
              <a:rPr lang="en-IN" sz="2000" dirty="0" err="1"/>
              <a:t>PyAutoGUI</a:t>
            </a:r>
            <a:r>
              <a:rPr lang="en-IN" sz="2000" dirty="0"/>
              <a:t> | </a:t>
            </a:r>
            <a:r>
              <a:rPr lang="en-IN" sz="2000" dirty="0" err="1"/>
              <a:t>PyCaw</a:t>
            </a:r>
            <a:endParaRPr lang="en-IN" sz="2000" dirty="0"/>
          </a:p>
          <a:p>
            <a:br>
              <a:rPr lang="en-IN" sz="2000" dirty="0"/>
            </a:br>
            <a:r>
              <a:rPr lang="en-IN" sz="2000" b="1" dirty="0"/>
              <a:t>Team Size:</a:t>
            </a:r>
            <a:r>
              <a:rPr lang="en-IN" sz="2000" dirty="0"/>
              <a:t> 4 Members</a:t>
            </a:r>
          </a:p>
          <a:p>
            <a:endParaRPr lang="en-IN" sz="2000" dirty="0"/>
          </a:p>
          <a:p>
            <a:r>
              <a:rPr lang="en-IN" sz="2000" dirty="0"/>
              <a:t>Group no. - 04</a:t>
            </a:r>
          </a:p>
        </p:txBody>
      </p:sp>
    </p:spTree>
    <p:extLst>
      <p:ext uri="{BB962C8B-B14F-4D97-AF65-F5344CB8AC3E}">
        <p14:creationId xmlns:p14="http://schemas.microsoft.com/office/powerpoint/2010/main" val="301397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279A069-6E13-FFB6-DE34-29EB27C5D755}"/>
              </a:ext>
            </a:extLst>
          </p:cNvPr>
          <p:cNvSpPr txBox="1"/>
          <p:nvPr/>
        </p:nvSpPr>
        <p:spPr>
          <a:xfrm>
            <a:off x="2020527" y="1244342"/>
            <a:ext cx="371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INTRODUCTION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10311-DD86-11AD-9817-759736B5F2D0}"/>
              </a:ext>
            </a:extLst>
          </p:cNvPr>
          <p:cNvSpPr txBox="1"/>
          <p:nvPr/>
        </p:nvSpPr>
        <p:spPr>
          <a:xfrm>
            <a:off x="1025104" y="2696903"/>
            <a:ext cx="54555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touch-free control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 gestures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instead of keyboard or mouse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finger positions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webcam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smooth and uninterrupted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presentation flow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17F77-7B26-DC82-4F92-8E427951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672" y="0"/>
            <a:ext cx="6054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6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6D71FE-098B-3E9B-1DE2-CD400D068034}"/>
              </a:ext>
            </a:extLst>
          </p:cNvPr>
          <p:cNvSpPr txBox="1"/>
          <p:nvPr/>
        </p:nvSpPr>
        <p:spPr>
          <a:xfrm>
            <a:off x="4404912" y="823177"/>
            <a:ext cx="3766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PROBLEM STATEMENT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3F288-97C9-7088-F81F-C472E022DD0F}"/>
              </a:ext>
            </a:extLst>
          </p:cNvPr>
          <p:cNvSpPr txBox="1"/>
          <p:nvPr/>
        </p:nvSpPr>
        <p:spPr>
          <a:xfrm>
            <a:off x="2534855" y="2187616"/>
            <a:ext cx="81948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Frequent use of keyboard/mouse distracts presenters and breaks their connection with the audience during presentations.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Touch control is inconvenient in lectures or seminars, requiring constant movement near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a need for a contactless, hygienic, and intuitive control method to ensure smooth, hands-free presentation 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85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99EE-24F9-BE4F-921C-DBB31CBF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71B85-209F-6D44-1033-7DCFD13F0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58"/>
          <a:stretch>
            <a:fillRect/>
          </a:stretch>
        </p:blipFill>
        <p:spPr>
          <a:xfrm>
            <a:off x="6007261" y="0"/>
            <a:ext cx="6184739" cy="697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1D3751-00EA-4354-6ED6-E4D55C1BF00E}"/>
              </a:ext>
            </a:extLst>
          </p:cNvPr>
          <p:cNvSpPr txBox="1"/>
          <p:nvPr/>
        </p:nvSpPr>
        <p:spPr>
          <a:xfrm>
            <a:off x="1372345" y="742155"/>
            <a:ext cx="3766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PROPOSED SOLUTION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2CA19-241C-F98A-7C3F-B1E07AD28535}"/>
              </a:ext>
            </a:extLst>
          </p:cNvPr>
          <p:cNvSpPr txBox="1"/>
          <p:nvPr/>
        </p:nvSpPr>
        <p:spPr>
          <a:xfrm>
            <a:off x="1088020" y="1825409"/>
            <a:ext cx="46645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hand tracking using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and tracks hand movements through webcam feed for smooth gesture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Gesture recognition for slide and volume control: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Recognizes specific gestures to navigate slides and adjust system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Command execution using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PyAutoGUI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PyCaw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Automates slide transitions and volume control through system-level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GUI feedback: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real-time visual cues confirming recognized gestures and actions performed.</a:t>
            </a:r>
          </a:p>
        </p:txBody>
      </p:sp>
    </p:spTree>
    <p:extLst>
      <p:ext uri="{BB962C8B-B14F-4D97-AF65-F5344CB8AC3E}">
        <p14:creationId xmlns:p14="http://schemas.microsoft.com/office/powerpoint/2010/main" val="387559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6D6C7-ED63-6DD1-FCCF-F833A95B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D1F80-2402-135B-0059-5493DCAD45F7}"/>
              </a:ext>
            </a:extLst>
          </p:cNvPr>
          <p:cNvSpPr txBox="1"/>
          <p:nvPr/>
        </p:nvSpPr>
        <p:spPr>
          <a:xfrm>
            <a:off x="2890557" y="1695692"/>
            <a:ext cx="72804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-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Webcam → Hand Tracking → Gesture Recognition → System Action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-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webcam captures live video,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tracks hand movements, and recognized gestures trigger specific actions like slide change or volume control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PyAutoGUI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PyCaw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GUI provides instant visual feedback.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-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Gesture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PyAutoGUI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PyCaw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feedback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ABDA4-18D7-5378-52DD-15438B237CC0}"/>
              </a:ext>
            </a:extLst>
          </p:cNvPr>
          <p:cNvSpPr txBox="1"/>
          <p:nvPr/>
        </p:nvSpPr>
        <p:spPr>
          <a:xfrm>
            <a:off x="4752152" y="637993"/>
            <a:ext cx="371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SYSTEM WORKFLOW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7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200-E527-98AA-6D07-D14D3F62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205A24-E1B1-6CFA-BD7A-65F7899F2B1B}"/>
              </a:ext>
            </a:extLst>
          </p:cNvPr>
          <p:cNvSpPr txBox="1"/>
          <p:nvPr/>
        </p:nvSpPr>
        <p:spPr>
          <a:xfrm>
            <a:off x="920931" y="661142"/>
            <a:ext cx="371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EXPECTED OUTPUT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81365-167A-A685-4CB0-803B45F0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08" y="176212"/>
            <a:ext cx="6898511" cy="6505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9C3A39-AF95-5965-7CCA-1DF3CDAB67CC}"/>
              </a:ext>
            </a:extLst>
          </p:cNvPr>
          <p:cNvSpPr txBox="1"/>
          <p:nvPr/>
        </p:nvSpPr>
        <p:spPr>
          <a:xfrm>
            <a:off x="1119629" y="1663011"/>
            <a:ext cx="3321935" cy="4317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Gesture-based slide control: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to next or previous slides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adjustment: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system volume through hand gestures.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feedback: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On-screen indicators show detected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Touch-free experience: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smooth, hygienic, and modern presentations.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9984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{344ED470-6B91-468D-BEB1-8B8D9346D6CF}tf10001105</Template>
  <TotalTime>161</TotalTime>
  <Words>300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Franklin Gothic Book</vt:lpstr>
      <vt:lpstr>Crop</vt:lpstr>
      <vt:lpstr>Hand gesture control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Sagale</dc:creator>
  <cp:lastModifiedBy>Sneha Sagale</cp:lastModifiedBy>
  <cp:revision>6</cp:revision>
  <dcterms:created xsi:type="dcterms:W3CDTF">2025-11-02T07:19:56Z</dcterms:created>
  <dcterms:modified xsi:type="dcterms:W3CDTF">2025-11-02T10:55:26Z</dcterms:modified>
</cp:coreProperties>
</file>